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3D"/>
          </a:solidFill>
          <a:ln w="12700">
            <a:solidFill>
              <a:srgbClr val="071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7955280" y="-365760"/>
            <a:ext cx="4572000" cy="7498080"/>
          </a:xfrm>
          <a:prstGeom prst="rect">
            <a:avLst/>
          </a:prstGeom>
          <a:solidFill>
            <a:srgbClr val="0B2A5B">
              <a:alpha val="95000"/>
            </a:srgbClr>
          </a:solidFill>
          <a:ln w="12700">
            <a:solidFill>
              <a:srgbClr val="0B2A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777240"/>
            <a:ext cx="2194560" cy="2194560"/>
          </a:xfrm>
          <a:prstGeom prst="ellipse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15984" y="117043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</a:rPr>
              <a:t>⚡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SOLUTION CHALLENGE 2026 - BUILD WITH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35331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GridSense AI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94944" y="2221992"/>
            <a:ext cx="1143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DDEBFF"/>
                </a:solidFill>
              </a:rPr>
              <a:t>Bengaluru-Localized Smart Meter Intelligence &amp; Revenue Recovery System for BESCOM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9808" y="395935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8862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Team: CEREBRIX LABS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444398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437083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Team Lead: Nikhil Sai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492861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485546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Theme 8: AI for Smart Meter Intelligence &amp; Loss Detection by BESCOM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4224528"/>
            <a:ext cx="370332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4480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Prototype promise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82128" y="47914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 loss. Predict demand. Prioritize inspections.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Problem Statement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Bengaluru utilities need fast, explainable loss detection from smart meter data.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13232" y="194767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8745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Power theft and tampering create revenue leakage across dense Bengaluru feeder zones.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243230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3591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Evening peak demand in residential and industrial areas is hard to anticipate from raw readings alone.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291693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84378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Manual anomaly review is slow and can create false positives.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340156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32841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BESCOM officers need inspection priorities, not another raw-data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755648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755648"/>
            <a:ext cx="10972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195681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12,480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68312" y="2286000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smart meters simulated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2962656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2962656"/>
            <a:ext cx="10972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316382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68312" y="3493008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high-risk meters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12280" y="4169664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4169664"/>
            <a:ext cx="10972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437083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INR 2.4L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68312" y="4700016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estimated loss detected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Brief About the Solution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GridSense AI converts Bengaluru smart meter patterns into demand, theft, and revenue decisions.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13232" y="1920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920240"/>
            <a:ext cx="109728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12140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Forecast Demand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2450592"/>
            <a:ext cx="28437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Predict hourly load and evening peak-risk windows for BESCOM zones.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920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920240"/>
            <a:ext cx="109728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12140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Detect Theft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2450592"/>
            <a:ext cx="28437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Flag abnormal drops, spikes, peer deviations, and tampering signals.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47888" y="192024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7888" y="1920240"/>
            <a:ext cx="109728" cy="2148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12140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Recover Revenue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2450592"/>
            <a:ext cx="284378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Rank inspection cases by confidence, loss impact, urgency, and tariff savings.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A3D"/>
                </a:solidFill>
              </a:rPr>
              <a:t>Decision-support layer: works with existing systems, avoids direct punishment, and keeps officer approval in the loop.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Opportunities and USP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Different from a normal dashboard: it explains and prioritizes action.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Typical meter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GridSense AI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212848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212848"/>
            <a:ext cx="10972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41401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2743200"/>
            <a:ext cx="398678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Shows historical readings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2962656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2962656"/>
            <a:ext cx="10972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16382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493008"/>
            <a:ext cx="398678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Requires manual anomaly search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712464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712464"/>
            <a:ext cx="10972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91363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242816"/>
            <a:ext cx="398678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Limited explainability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4462272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462272"/>
            <a:ext cx="109728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46634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4992624"/>
            <a:ext cx="398678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 revenue-priority workflow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2212848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2212848"/>
            <a:ext cx="10972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2414016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48272" y="2743200"/>
            <a:ext cx="398678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Predicts demand and grid stress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2962656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2962656"/>
            <a:ext cx="109728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48272" y="316382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48272" y="3493008"/>
            <a:ext cx="398678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Detects theft-risk patterns automatically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92240" y="3712464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3712464"/>
            <a:ext cx="10972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3913632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48272" y="4242816"/>
            <a:ext cx="398678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Explains why a case was flagged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4462272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92240" y="4462272"/>
            <a:ext cx="10972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466344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48272" y="4992624"/>
            <a:ext cx="3986784" cy="-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Creates BESCOM officer inspection priorities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59552" y="3063240"/>
            <a:ext cx="731520" cy="91440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Features Offered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Submission-ready capabilities demonstrated in the prototype.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658368" y="1783080"/>
            <a:ext cx="3337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783080"/>
            <a:ext cx="10972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842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Demand Forecasting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1343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Actual vs predicted load with peak warning zone.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62272" y="1783080"/>
            <a:ext cx="3337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62272" y="1783080"/>
            <a:ext cx="109728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9842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Theft Alerts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8304" y="231343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Critical, high, and medium risk meter anomalies.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66176" y="1783080"/>
            <a:ext cx="3337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66176" y="1783080"/>
            <a:ext cx="109728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22208" y="1984248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Karnataka Data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22208" y="2313432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CSV-backed feeder profile with irrigation, solar, and evening domestic load patterns.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3355848"/>
            <a:ext cx="3337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355848"/>
            <a:ext cx="109728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557016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Bengaluru Zone Map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8862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Peenya, Whitefield, KR Puram, Yelahanka, and Electronic City style zones.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62272" y="3355848"/>
            <a:ext cx="3337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62272" y="3355848"/>
            <a:ext cx="109728" cy="1115568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3557016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Tariff + Carbon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18304" y="38862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Monthly savings and CO2 impact from BESCOM-style optimization scenarios.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66176" y="3355848"/>
            <a:ext cx="3337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66176" y="3355848"/>
            <a:ext cx="109728" cy="11155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22208" y="3557016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Inspection Queue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22208" y="38862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Approve, reject, or escalate Bengaluru-area cases.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" y="4928616"/>
            <a:ext cx="3337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" y="4928616"/>
            <a:ext cx="10972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129784"/>
            <a:ext cx="2935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545896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Reason, formula, audit timeline, and officer summary prompt contract.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Process Flow Diagram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Smart meter data to BESCOM officer action in one auditable workflow.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658368" y="18745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874520"/>
            <a:ext cx="10972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07568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Step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0487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Smart meter data received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95928" y="2194560"/>
            <a:ext cx="320040" cy="3200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53128" y="18745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53128" y="1874520"/>
            <a:ext cx="10972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7568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Step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40487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AI predicts Bengaluru demand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90688" y="2194560"/>
            <a:ext cx="320040" cy="3200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18745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47888" y="1874520"/>
            <a:ext cx="10972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07568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Step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240487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Anomaly detected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" y="35661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566160"/>
            <a:ext cx="10972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6732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Step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09651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Explanation generated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95928" y="3886200"/>
            <a:ext cx="320040" cy="3200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53128" y="35661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53128" y="3566160"/>
            <a:ext cx="10972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76732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Step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409651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Officer approves inspection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90688" y="3886200"/>
            <a:ext cx="320040" cy="3200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7888" y="35661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47888" y="3566160"/>
            <a:ext cx="109728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376732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Step 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03920" y="409651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Revenue recovery tracked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Architecture Diagram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Frontend-first, Vercel-safe decision-support layer on top of existing BESCOM systems.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822960" y="1920240"/>
            <a:ext cx="2304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920240"/>
            <a:ext cx="109728" cy="19202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12140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450592"/>
            <a:ext cx="19019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Synthetic meter readings, Karnataka CSV load sample, zone load, peer groups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36392" y="2651760"/>
            <a:ext cx="320040" cy="3200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920240"/>
            <a:ext cx="2304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1920240"/>
            <a:ext cx="109728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212140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22192" y="2450592"/>
            <a:ext cx="19019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Precomputed forecasting, anomaly scoring, Gemini-ready explanation summaries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79592" y="2651760"/>
            <a:ext cx="320040" cy="3200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920240"/>
            <a:ext cx="2304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920240"/>
            <a:ext cx="10972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212140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App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65392" y="2450592"/>
            <a:ext cx="19019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React dashboard, tariff engine, scenario simulator, officer workflow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22792" y="2651760"/>
            <a:ext cx="320040" cy="32004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1920240"/>
            <a:ext cx="2304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52560" y="1920240"/>
            <a:ext cx="109728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8592" y="212140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Cloud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08592" y="2450592"/>
            <a:ext cx="19019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Vercel static prototype now; Firebase/GCP-ready storage for pilot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51560" y="475488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D"/>
                </a:solidFill>
              </a:rPr>
              <a:t>Existing BESCOM systems remain unchanged. GridSense AI sits above them as an explainable decision-support layer.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Technologies Used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Modern frontend prototype with Google AI-ready architecture.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77240" y="1783080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8745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783080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8745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1783080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18745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2441448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25328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Recharts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441448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5328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Framer Motion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000" y="2441448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47304" y="25328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Lucide Icons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3099816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" y="31912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Vitest + GitHub 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099816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31912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Gemini API / Google AI Studio ready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1000" y="3099816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47304" y="31912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Firebase / Google Cloud ready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" y="3758184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" y="38496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Synthetic Bengaluru smart meter data + Karnataka CSV sample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4617720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4773168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71A3D"/>
                </a:solidFill>
              </a:rPr>
              <a:t>Google AI model/service: Gemini is proposed for explainable alert summaries and officer-facing inspection recommendations. The live prototype keeps AI outputs precomputed in the frontend so Vercel judging clicks respond instantly without serverless timeout risk.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Snapshots of the MVP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Core screens implemented in the live prototype.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755648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755648"/>
            <a:ext cx="489204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194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Command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25054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Bengaluru impact metrics, simulate theft, live risk state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78808" y="2286000"/>
            <a:ext cx="100584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78808" y="2532888"/>
            <a:ext cx="65836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1928" y="1755648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1928" y="1755648"/>
            <a:ext cx="489204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2194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Demand + Karnataka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83096" y="25054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Actual vs predicted load plus localized feeder profile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710928" y="2286000"/>
            <a:ext cx="100584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10928" y="2532888"/>
            <a:ext cx="804672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3630168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630168"/>
            <a:ext cx="489204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069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 Alerts + Summary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" y="43799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Meter risk, confidence, estimated loss, localized reason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78808" y="4160520"/>
            <a:ext cx="100584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78808" y="4407408"/>
            <a:ext cx="950976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1928" y="3630168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81928" y="3630168"/>
            <a:ext cx="48920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4069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Scenario Lab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83096" y="43799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Tariff savings, carbon impact, and officer actions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710928" y="4160520"/>
            <a:ext cx="100584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4407408"/>
            <a:ext cx="109728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Implementation Cost and Future Development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Feasible as a staged pilot and scalable across zones.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7830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783080"/>
            <a:ext cx="109728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98424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Prototype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31343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INR 0 cloud spend - static Vercel frontend with precomputed synthetic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7830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783080"/>
            <a:ext cx="10972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98424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Pilot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231343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Masked BESCOM connector, Gemini API, Firebase/GCP storage, officer login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11312" y="17830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11312" y="1783080"/>
            <a:ext cx="10972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1984248"/>
            <a:ext cx="2843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Scale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67344" y="2313432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Bengaluru circle rollouts, GIS map integration, model feedback loops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3675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Future Development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1248" y="423367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1605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Gemini assistant for officer case summaries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" y="471830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Firebase ingestion pipeline for masked meter events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" y="520293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12978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Google Maps / BESCOM zone visualization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" y="568756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61441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Live BESCOM tariff and subsidy configuration management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" y="617220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60990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Model feedback loop from inspection outcomes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1248" y="665683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" y="65836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Role-based audit dashboard for senior officers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GRID SENSE AI | SOLUTION CHALLENGE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064240" y="256032"/>
            <a:ext cx="566928" cy="292608"/>
          </a:xfrm>
          <a:prstGeom prst="rect">
            <a:avLst/>
          </a:prstGeom>
          <a:solidFill>
            <a:srgbClr val="071A3D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Submission Links and Demo Details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Ready for prototype submission. Replace placeholders after deployment/video upload.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Synthetic data only | Decision-support prototype | Not an official BESCOM product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9189720" y="6510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2563EB"/>
                </a:solidFill>
              </a:rPr>
              <a:t>github.com/Nikhilsai-9/gridsense-ai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822960" y="1664208"/>
            <a:ext cx="75895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664208"/>
            <a:ext cx="10972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865376"/>
            <a:ext cx="7187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GitHub 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194560"/>
            <a:ext cx="7187184" cy="-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https://github.com/Nikhilsai-9/gridsense-ai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2322576"/>
            <a:ext cx="75895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322576"/>
            <a:ext cx="109728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2523744"/>
            <a:ext cx="7187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Live Prototype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852928"/>
            <a:ext cx="7187184" cy="-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ADD_VERCEL_LINK_HERE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2980944"/>
            <a:ext cx="75895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2980944"/>
            <a:ext cx="10972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182112"/>
            <a:ext cx="7187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Demo Video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511296"/>
            <a:ext cx="7187184" cy="-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ADD_DEMO_VIDEO_LINK_HERE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3639312"/>
            <a:ext cx="75895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639312"/>
            <a:ext cx="10972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840480"/>
            <a:ext cx="7187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Portfolio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4169664"/>
            <a:ext cx="7187184" cy="-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https://nikhilsai-9.github.io/nikhilsai-portfolio/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4297680"/>
            <a:ext cx="75895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  <a:effectLst>
            <a:outerShdw sx="100000" sy="100000" kx="0" ky="0" algn="bl" rotWithShape="0" blurRad="12700" dist="50800" dir="2700000">
              <a:srgbClr val="DDE6F4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4297680"/>
            <a:ext cx="10972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4498848"/>
            <a:ext cx="7187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Email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992" y="4828032"/>
            <a:ext cx="7187184" cy="-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sainikhil1146@gmail.com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823960" y="169164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071A3D"/>
          </a:solidFill>
          <a:ln w="12700">
            <a:solidFill>
              <a:srgbClr val="071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0848" y="2057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for Bharat Hackathon 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70848" y="25420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DEBFF"/>
                </a:solidFill>
              </a:rPr>
              <a:t>Theme 8: Smart Meter Intelligence &amp; Loss Detection by BESCOM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53218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Prototype uses synthetic Bengaluru-style data only. Not an official BESCOM product. Built for hackathon demonstration and decision-support research.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CEREBRIX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GridSense AI - Prototype Submission</dc:title>
  <dc:subject>GridSense AI prototype submission</dc:subject>
  <dc:creator>CEREBRIX LABS</dc:creator>
  <cp:lastModifiedBy>CEREBRIX LABS</cp:lastModifiedBy>
  <cp:revision>1</cp:revision>
  <dcterms:created xsi:type="dcterms:W3CDTF">2026-04-26T16:29:03Z</dcterms:created>
  <dcterms:modified xsi:type="dcterms:W3CDTF">2026-04-26T16:29:03Z</dcterms:modified>
</cp:coreProperties>
</file>
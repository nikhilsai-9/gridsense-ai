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A3D"/>
          </a:solidFill>
          <a:ln w="12700">
            <a:solidFill>
              <a:srgbClr val="071A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480000">
            <a:off x="7955280" y="-365760"/>
            <a:ext cx="4572000" cy="7498080"/>
          </a:xfrm>
          <a:prstGeom prst="rect">
            <a:avLst/>
          </a:prstGeom>
          <a:solidFill>
            <a:srgbClr val="0B2A5B">
              <a:alpha val="95000"/>
            </a:srgbClr>
          </a:solidFill>
          <a:ln w="12700">
            <a:solidFill>
              <a:srgbClr val="0B2A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03920" y="777240"/>
            <a:ext cx="2194560" cy="2194560"/>
          </a:xfrm>
          <a:prstGeom prst="ellipse">
            <a:avLst/>
          </a:prstGeom>
          <a:solidFill>
            <a:srgbClr val="F97316">
              <a:alpha val="90000"/>
            </a:srgbClr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15984" y="1170432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</a:rPr>
              <a:t>⚡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6583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SOLUTION CHALLENGE 2026 - BUILD WITH 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135331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GridSense AI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694944" y="2221992"/>
            <a:ext cx="114300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14600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DDEBFF"/>
                </a:solidFill>
              </a:rPr>
              <a:t>Bengaluru-Localized Smart Meter Intelligence &amp; Revenue Recovery System for BESCOM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49808" y="395935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88620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Team: CEREBRIX LABS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" y="4443984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4370832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Team Lead: Nikhil Sai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9808" y="4928616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4855464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Theme 8: AI for Smart Meter Intelligence &amp; Loss Detection by BESCOM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0" y="4224528"/>
            <a:ext cx="3703320" cy="1298448"/>
          </a:xfrm>
          <a:prstGeom prst="roundRect">
            <a:avLst>
              <a:gd name="adj" fmla="val 845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2128" y="44805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Prototype promise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82128" y="479145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Detect loss. Predict demand. Prioritize inspections.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Problem Statement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Bengaluru utilities need fast, explainable loss detection from smart meter data.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13232" y="194767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874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Power theft and tampering create revenue leakage across dense Bengaluru feeder zones.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" y="2432304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23591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Evening peak demand in residential and industrial areas is hard to anticipate from raw readings alone.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3232" y="2916936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284378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Manual anomaly review is slow and can create false positives.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3232" y="3401568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32841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BESCOM officers need inspection priorities, not another raw-data dashboard.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755648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1755648"/>
            <a:ext cx="109728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68312" y="1956816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12,480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68312" y="2286000"/>
            <a:ext cx="3621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smart meters simulated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812280" y="2962656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12280" y="2962656"/>
            <a:ext cx="109728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68312" y="3163824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18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68312" y="3493008"/>
            <a:ext cx="3621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high-risk meters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12280" y="4169664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12280" y="4169664"/>
            <a:ext cx="109728" cy="8686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68312" y="437083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INR 2.4L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68312" y="4700016"/>
            <a:ext cx="3621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estimated loss detected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Brief About the Solution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GridSense AI converts Bengaluru smart meter patterns into demand, theft, and revenue decisions.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13232" y="1920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1920240"/>
            <a:ext cx="109728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12140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Forecast Demand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" y="2450592"/>
            <a:ext cx="28437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 hourly load and evening peak-risk windows for BESCOM zones.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1920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920240"/>
            <a:ext cx="109728" cy="2148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212140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Detect Theft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36592" y="2450592"/>
            <a:ext cx="28437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Flag abnormal drops, spikes, peer deviations, and tampering signals.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47888" y="1920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47888" y="1920240"/>
            <a:ext cx="109728" cy="21488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0" y="212140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Recover Revenue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03920" y="2450592"/>
            <a:ext cx="28437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Rank inspection cases by confidence, loss impact, and urgency.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480060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A3D"/>
                </a:solidFill>
              </a:rPr>
              <a:t>Decision-support layer: works with existing systems, avoids direct punishment, and keeps officer approval in the loop.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Opportunities and USP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Different from a normal dashboard: it explains and prioritizes action.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Text 8"/>
          <p:cNvSpPr/>
          <p:nvPr/>
        </p:nvSpPr>
        <p:spPr>
          <a:xfrm>
            <a:off x="822960" y="17830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Typical meter dashboard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GridSense AI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2212848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2212848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2414016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8992" y="2743200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Shows historical readings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22960" y="2962656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2962656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3163824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78992" y="3493008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Requires manual anomaly search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3712464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3712464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913632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4242816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Limited explainability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" y="4462272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" y="4462272"/>
            <a:ext cx="109728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4663440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78992" y="4992624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No revenue-priority workflow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92240" y="2212848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92240" y="2212848"/>
            <a:ext cx="10972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48272" y="2414016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48272" y="2743200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Predicts demand and grid stress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92240" y="2962656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92240" y="2962656"/>
            <a:ext cx="109728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48272" y="3163824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48272" y="3493008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Detects theft-risk patterns automatically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92240" y="3712464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92240" y="3712464"/>
            <a:ext cx="10972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48272" y="3913632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48272" y="4242816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Explains why a case was flagged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92240" y="4462272"/>
            <a:ext cx="43891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92240" y="4462272"/>
            <a:ext cx="10972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8272" y="4663440"/>
            <a:ext cx="3986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748272" y="4992624"/>
            <a:ext cx="3986784" cy="-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Creates BESCOM officer inspection priorities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559552" y="3063240"/>
            <a:ext cx="731520" cy="91440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Features Offered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Submission-ready capabilities demonstrated in the prototype.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658368" y="1783080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1783080"/>
            <a:ext cx="109728" cy="11155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842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Demand Forecasting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13432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Actual vs predicted load with peak warning zone.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62272" y="1783080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62272" y="1783080"/>
            <a:ext cx="109728" cy="11155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18304" y="19842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Theft Alerts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18304" y="2313432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Critical, high, and medium risk meter anomalies.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66176" y="1783080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66176" y="1783080"/>
            <a:ext cx="109728" cy="11155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22208" y="19842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Bengaluru Zone Map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22208" y="2313432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Peenya, Whitefield, KR Puram, Yelahanka, and Electronic City style zones.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3355848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" y="3355848"/>
            <a:ext cx="109728" cy="11155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557016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Revenue Engine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" y="3886200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Estimated loss, recovery potential, and zone loss chart.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462272" y="3355848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62272" y="3355848"/>
            <a:ext cx="109728" cy="1115568"/>
          </a:xfrm>
          <a:prstGeom prst="rect">
            <a:avLst/>
          </a:prstGeom>
          <a:solidFill>
            <a:srgbClr val="0B2A5B"/>
          </a:solidFill>
          <a:ln w="12700">
            <a:solidFill>
              <a:srgbClr val="0B2A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18304" y="3557016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Inspection Queue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18304" y="3886200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Approve, reject, or escalate Bengaluru-area cases.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266176" y="3355848"/>
            <a:ext cx="33375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66176" y="3355848"/>
            <a:ext cx="109728" cy="11155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22208" y="3557016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Explainability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22208" y="3886200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Reason, formula, and audit timeline for every alert.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Process Flow Diagram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Smart meter data to BESCOM officer action in one auditable workflow.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658368" y="18745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187452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07568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40487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Smart meter data received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95928" y="21945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53128" y="18745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53128" y="187452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207568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240487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AI predicts Bengaluru demand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90688" y="21945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47888" y="18745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47888" y="1874520"/>
            <a:ext cx="109728" cy="10515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07568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240487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Anomaly detected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8368" y="35661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" y="356616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6732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409651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Explanation generated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995928" y="388620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53128" y="35661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453128" y="356616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76732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09160" y="409651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Officer approves inspection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90688" y="388620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47888" y="35661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47888" y="3566160"/>
            <a:ext cx="109728" cy="10515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03920" y="376732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Step 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03920" y="409651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Revenue recovery tracked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Architecture Diagram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Frontend-first, Vercel-safe decision-support layer on top of existing BESCOM systems.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8229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920240"/>
            <a:ext cx="109728" cy="1920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Data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Synthetic Bengaluru smart meter readings, zone load, peer groups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36392" y="26517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66160" y="1920240"/>
            <a:ext cx="109728" cy="19202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21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AI Layer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221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Precomputed forecasting, anomaly scoring, Gemini-ready explanation summaries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879592" y="26517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1920240"/>
            <a:ext cx="109728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653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App Layer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653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React dashboard, Recharts analytics, officer workflow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622792" y="2651760"/>
            <a:ext cx="320040" cy="320040"/>
          </a:xfrm>
          <a:prstGeom prst="chevron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52560" y="1920240"/>
            <a:ext cx="230428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52560" y="1920240"/>
            <a:ext cx="109728" cy="1920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08592" y="21214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Cloud Layer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08592" y="2450592"/>
            <a:ext cx="1901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Vercel static prototype now; Firebase/GCP-ready storage for pilot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51560" y="4754880"/>
            <a:ext cx="9601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A3D"/>
                </a:solidFill>
              </a:rPr>
              <a:t>Existing BESCOM systems remain unchanged. GridSense AI sits above them as an explainable decision-support layer.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Technologies Used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Modern frontend prototype with Google AI-ready architecture.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77240" y="17830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187452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React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7830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5424" y="187452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Vite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7830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7304" y="187452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Tailwind CSS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2441448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" y="25328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Recharts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441448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25328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Framer Motion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441448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47304" y="25328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Lucide Icons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099816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" y="319125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Gemini API / Google AI Studio ready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099816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5424" y="319125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Firebase / Google Cloud ready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01000" y="3099816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47304" y="319125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7316"/>
                </a:solidFill>
              </a:rPr>
              <a:t>Synthetic Bengaluru smart meter data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4617720"/>
            <a:ext cx="10241280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4773168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71A3D"/>
                </a:solidFill>
              </a:rPr>
              <a:t>Google AI model/service: Gemini is proposed for explainable alert summaries and officer-facing inspection recommendations. The live prototype keeps AI outputs precomputed in the frontend so Vercel judging clicks respond instantly without serverless timeout risk.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Snapshots of the MVP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Core screens implemented in the live prototype.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49808" y="175564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1755648"/>
            <a:ext cx="4892040" cy="3108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21945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Command 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50976" y="2505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Bengaluru impact metrics, simulate theft, live risk state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78808" y="228600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78808" y="2532888"/>
            <a:ext cx="658368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81928" y="175564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81928" y="1755648"/>
            <a:ext cx="4892040" cy="3108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83096" y="21945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Demand Forecast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3096" y="2505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Actual vs predicted load and peak warning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710928" y="228600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10928" y="2532888"/>
            <a:ext cx="804672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363016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" y="3630168"/>
            <a:ext cx="4892040" cy="3108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0976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AI Alerts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50976" y="4379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Meter risk, confidence, estimated loss, localized reason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78808" y="416052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78808" y="4407408"/>
            <a:ext cx="950976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1928" y="363016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81928" y="3630168"/>
            <a:ext cx="4892040" cy="31089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83096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Revenue + Queue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83096" y="4379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Loss recovery chart and officer actions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710928" y="4160520"/>
            <a:ext cx="1005840" cy="1097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10928" y="4407408"/>
            <a:ext cx="1097280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Implementation Cost and Future Development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Feasible as a staged pilot and scalable across zones.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749808" y="17830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783080"/>
            <a:ext cx="109728" cy="10515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98424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Prototype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31343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INR 0 cloud spend - static Vercel frontend with precomputed synthetic data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17830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783080"/>
            <a:ext cx="109728" cy="10515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198424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Pilot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36592" y="231343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Masked BESCOM connector, Gemini API, Firebase/GCP storage, officer login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11312" y="17830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11312" y="1783080"/>
            <a:ext cx="109728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1984248"/>
            <a:ext cx="2843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Scale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313432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Bengaluru circle rollouts, GIS map integration, model feedback loops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3675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Future Development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1248" y="4233672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416052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Gemini assistant for officer case summaries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1248" y="4718304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64515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Firebase ingestion pipeline for masked meter events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1248" y="5202936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512978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Google Maps / BESCOM zone visualization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41248" y="5687568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0704" y="561441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Model feedback loop from inspection outcomes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1248" y="6172200"/>
            <a:ext cx="109728" cy="10972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0704" y="60990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Role-based audit dashboard for senior officers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5120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GRID SENSE AI | SOLUTION CHALLENGE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064240" y="256032"/>
            <a:ext cx="566928" cy="292608"/>
          </a:xfrm>
          <a:prstGeom prst="rect">
            <a:avLst/>
          </a:prstGeom>
          <a:solidFill>
            <a:srgbClr val="071A3D"/>
          </a:solidFill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</a:rPr>
              <a:t>Submission Links and Demo Details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66928" y="109728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Ready for prototype submission. Replace placeholders after deployment/video upload.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</a:rPr>
              <a:t>Synthetic data only | Decision-support prototype | Not an official BESCOM product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9189720" y="65105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2563EB"/>
                </a:solidFill>
              </a:rPr>
              <a:t>github.com/Nikhilsai-9/gridsense-ai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822960" y="1664208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664208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1865376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GitHub Repository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194560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https://github.com/Nikhilsai-9/gridsense-ai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2960" y="2322576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2322576"/>
            <a:ext cx="109728" cy="43891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2523744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Live Prototype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8992" y="2852928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ADD_VERCEL_LINK_HERE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" y="2980944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2980944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3182112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Demo Video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8992" y="3511296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ADD_DEMO_VIDEO_LINK_HERE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22960" y="3639312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3639312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3840480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Portfolio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78992" y="4169664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https://nikhilsai-9.github.io/nikhilsai-portfolio/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4297680"/>
            <a:ext cx="75895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  <a:effectLst>
            <a:outerShdw sx="100000" sy="100000" kx="0" ky="0" algn="bl" rotWithShape="0" blurRad="12700" dist="50800" dir="2700000">
              <a:srgbClr val="DDE6F4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" y="4297680"/>
            <a:ext cx="10972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8992" y="4498848"/>
            <a:ext cx="7187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Email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8992" y="4828032"/>
            <a:ext cx="7187184" cy="-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sainikhil1146@gmail.com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823960" y="1691640"/>
            <a:ext cx="2468880" cy="2194560"/>
          </a:xfrm>
          <a:prstGeom prst="roundRect">
            <a:avLst>
              <a:gd name="adj" fmla="val 4167"/>
            </a:avLst>
          </a:prstGeom>
          <a:solidFill>
            <a:srgbClr val="071A3D"/>
          </a:solidFill>
          <a:ln w="12700">
            <a:solidFill>
              <a:srgbClr val="071A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70848" y="20574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 for Bharat Hackathon 2026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70848" y="254203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DDEBFF"/>
                </a:solidFill>
              </a:rPr>
              <a:t>Theme 8: Smart Meter Intelligence &amp; Loss Detection by BESCOM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532180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Prototype uses synthetic Bengaluru-style data only. Not an official BESCOM product. Built for hackathon demonstration and decision-support research.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CEREBRIX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GridSense AI - Prototype Submission</dc:title>
  <dc:subject>GridSense AI prototype submission</dc:subject>
  <dc:creator>CEREBRIX LABS</dc:creator>
  <cp:lastModifiedBy>CEREBRIX LABS</cp:lastModifiedBy>
  <cp:revision>1</cp:revision>
  <dcterms:created xsi:type="dcterms:W3CDTF">2026-04-26T15:43:45Z</dcterms:created>
  <dcterms:modified xsi:type="dcterms:W3CDTF">2026-04-26T15:43:45Z</dcterms:modified>
</cp:coreProperties>
</file>